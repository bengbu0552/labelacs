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EA48AE-B263-CF8A-D521-62F2F5D36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7581D12-42D4-D669-007C-14CB87E167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B78709-3CF8-E992-667F-43E59498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172F6A-A07C-15FB-8A3C-50951EFFC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E59B37-8515-831F-40BA-DA6A7CBB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392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DB8FF3-B494-5C74-7329-22639226A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C7982C-78F7-4E70-9534-232EF034C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0AA345-7DFA-65A9-6A9C-ADAF6EE10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116CA-A3DD-51B1-E0C3-B50261C2D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79DA8-EA44-E619-14E9-BA736F1D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474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6FCC45-0414-9CCE-D110-975B5170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69F53A-B703-C3C5-2261-A21F2F72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24564F-C140-E2C3-2A3B-DA16C78D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119A1-0F91-BF53-7102-A6EF401B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2B4C7F-F79D-2C99-BF9D-EF5ABAF0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069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CA7EF-888A-2CFD-C1FD-D0D8C5E0B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317554-2FA5-72B2-1E50-50216F63F1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7CD919-7A42-E4B8-4238-0188CA5DE4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F519D4-6D39-AAA8-2553-18F6EE713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4A3400-C8CF-A44F-D85A-D970CF159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DB08460-FCD6-007C-7759-73B769C7A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722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404E5D-544A-137A-7B65-0235FD2BB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F1072D-86B3-71BB-EC36-6D2849B76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6D0362-5E18-BDA2-DDC6-B46BB5599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E97C8E-FA8F-7BDC-AE53-2F391572B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2F23950-B160-51BE-300B-41575FFDCD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1CC376-C325-D4D1-BA04-4A1872258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A80BA67-9A52-AAA5-8BFC-185F6C6FC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A55110-B2ED-826E-B3B0-A08574EDD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0129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4E9AD-317B-F2D3-C0FF-E86D5C61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263DF8-4A34-AFE3-57AD-A1CC9F7DA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2F583A-F745-FB2B-9B68-6E0A117AC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20A04B-8F26-65CA-D9C1-B829218C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4248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CFF8C4-BB68-C03F-0375-35E5FEB7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9213D9-FC62-D714-76DC-8F184164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7A711C-9F18-9A33-B7D4-68E759413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262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0AABC-5A22-6BF6-2645-AA4255A37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05F894-F9C5-DD71-F312-508E6084E2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F05980-3B03-EC14-4D71-11CDE41721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45A68C-BE88-9BA2-841C-AF3F1BEF6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BDD371-542B-207A-FFAB-12B0CB718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99E77A-35D2-3A6C-02BB-C2277BD8B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504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CD4F0-FE59-FF11-82C0-1BE7F86C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12052F-0A94-5EDE-4ABD-BB11CEE2F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A08732-B0AF-D4BC-51CA-EF1011D34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CC0C83-664F-0C48-8CCF-A0639D063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65778D-DD85-52D3-C82F-35BCA4A12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BBF816-6922-0A71-138E-4EFBF317D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31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7CF76-5EBE-8F28-BC43-62890760A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3AD3A3-D01D-D710-1CEB-5E5C036052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33BC3-E267-7EDC-2039-6D941333E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E7E5BCF-F344-6B9F-5A27-A59B9CC8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243EC-DA14-77EE-B4FD-98E9232F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3188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846D8A2-6699-76C8-CB20-C975C0936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AD2CFA-F3D4-064C-2F78-39946A09E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10B956-6BF0-6BFC-1BE1-51C45CF0E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D8DEA-193A-1453-07D8-8FB14C00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D8BE30-8D9D-1E2B-877C-67136627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210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F67FD53-9D10-8294-C9AC-955B04A61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35D1C7D-9DDC-3D39-4977-EAC7947F5F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C335CE-9052-6BA6-0D2E-02E2DB51F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BC4D9-FE75-4B3A-962E-E7F83EC894D1}" type="datetimeFigureOut">
              <a:rPr lang="zh-CN" altLang="en-US" smtClean="0"/>
              <a:t>2025/9/20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5F98B2-F811-46B8-6BDE-3DBCBC265B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E15CE1-8480-D2C1-13E4-B53701DEC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A3B1E2-A193-441A-9499-E373FCB5EA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2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D3AFD853-7FC2-84AD-0707-49FE7AF36C49}"/>
              </a:ext>
            </a:extLst>
          </p:cNvPr>
          <p:cNvGrpSpPr/>
          <p:nvPr/>
        </p:nvGrpSpPr>
        <p:grpSpPr>
          <a:xfrm>
            <a:off x="4184653" y="1517653"/>
            <a:ext cx="3822694" cy="3822694"/>
            <a:chOff x="286311" y="393509"/>
            <a:chExt cx="3822694" cy="3822694"/>
          </a:xfrm>
        </p:grpSpPr>
        <p:pic>
          <p:nvPicPr>
            <p:cNvPr id="14" name="图形 13" descr="心脏器官 纯色填充">
              <a:extLst>
                <a:ext uri="{FF2B5EF4-FFF2-40B4-BE49-F238E27FC236}">
                  <a16:creationId xmlns:a16="http://schemas.microsoft.com/office/drawing/2014/main" id="{D62E493F-0C78-F89F-6B4E-1804C36F9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86311" y="393509"/>
              <a:ext cx="3822694" cy="3822694"/>
            </a:xfrm>
            <a:prstGeom prst="rect">
              <a:avLst/>
            </a:prstGeom>
          </p:spPr>
        </p:pic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496D134-F03C-BBEE-9849-22D14AE87B8B}"/>
                </a:ext>
              </a:extLst>
            </p:cNvPr>
            <p:cNvSpPr/>
            <p:nvPr/>
          </p:nvSpPr>
          <p:spPr>
            <a:xfrm>
              <a:off x="2203590" y="2157930"/>
              <a:ext cx="155087" cy="14692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221FF5E7-2CD1-F780-8ED9-8E7ECE13025A}"/>
                </a:ext>
              </a:extLst>
            </p:cNvPr>
            <p:cNvSpPr txBox="1"/>
            <p:nvPr/>
          </p:nvSpPr>
          <p:spPr>
            <a:xfrm>
              <a:off x="1822988" y="2074272"/>
              <a:ext cx="92928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9600" dirty="0">
                  <a:solidFill>
                    <a:schemeClr val="bg1"/>
                  </a:solidFill>
                  <a:effectLst>
                    <a:outerShdw blurRad="50800" dist="50800" dir="5400000" algn="ctr" rotWithShape="0">
                      <a:srgbClr val="000000">
                        <a:alpha val="23000"/>
                      </a:srgbClr>
                    </a:outerShdw>
                  </a:effectLst>
                  <a:latin typeface="ADLaM Display" panose="02010000000000000000" pitchFamily="2" charset="0"/>
                  <a:ea typeface="ADLaM Display" panose="02010000000000000000" pitchFamily="2" charset="0"/>
                  <a:cs typeface="ADLaM Display" panose="02010000000000000000" pitchFamily="2" charset="0"/>
                </a:rPr>
                <a:t>A</a:t>
              </a:r>
              <a:endParaRPr lang="zh-CN" altLang="en-US" sz="9600" dirty="0">
                <a:solidFill>
                  <a:schemeClr val="bg1"/>
                </a:solidFill>
                <a:effectLst>
                  <a:outerShdw blurRad="50800" dist="50800" dir="5400000" algn="ctr" rotWithShape="0">
                    <a:srgbClr val="000000">
                      <a:alpha val="23000"/>
                    </a:srgbClr>
                  </a:outerShdw>
                </a:effectLst>
                <a:latin typeface="ADLaM Display" panose="02010000000000000000" pitchFamily="2" charset="0"/>
                <a:cs typeface="ADLaM Display" panose="02010000000000000000" pitchFamily="2" charset="0"/>
              </a:endParaRPr>
            </a:p>
          </p:txBody>
        </p: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43F2466-84F5-ABDC-1D69-3C40E2968B04}"/>
                </a:ext>
              </a:extLst>
            </p:cNvPr>
            <p:cNvCxnSpPr>
              <a:cxnSpLocks/>
            </p:cNvCxnSpPr>
            <p:nvPr/>
          </p:nvCxnSpPr>
          <p:spPr>
            <a:xfrm>
              <a:off x="1318163" y="3061447"/>
              <a:ext cx="27517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69EE2716-6D59-15B4-27A0-5671CBD59F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7828" y="2792130"/>
              <a:ext cx="143925" cy="284909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6483B693-630E-6509-47F6-B90CA25604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1753" y="2787599"/>
              <a:ext cx="134811" cy="28944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C493C110-4AA1-80C6-BA10-54B46B2C09F6}"/>
                </a:ext>
              </a:extLst>
            </p:cNvPr>
            <p:cNvCxnSpPr>
              <a:cxnSpLocks/>
            </p:cNvCxnSpPr>
            <p:nvPr/>
          </p:nvCxnSpPr>
          <p:spPr>
            <a:xfrm>
              <a:off x="1822988" y="3061447"/>
              <a:ext cx="13333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24B59D59-A3BF-2A97-5107-412B804BB134}"/>
                </a:ext>
              </a:extLst>
            </p:cNvPr>
            <p:cNvSpPr/>
            <p:nvPr/>
          </p:nvSpPr>
          <p:spPr>
            <a:xfrm>
              <a:off x="1279391" y="3024716"/>
              <a:ext cx="77543" cy="734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63899087-DB3E-50CF-1733-5C0B52ED3FB0}"/>
                </a:ext>
              </a:extLst>
            </p:cNvPr>
            <p:cNvSpPr/>
            <p:nvPr/>
          </p:nvSpPr>
          <p:spPr>
            <a:xfrm>
              <a:off x="1672981" y="2750868"/>
              <a:ext cx="77543" cy="734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E1C4DCAC-0CBA-CE9E-BAB7-DEEC234A1F30}"/>
                </a:ext>
              </a:extLst>
            </p:cNvPr>
            <p:cNvCxnSpPr>
              <a:cxnSpLocks/>
            </p:cNvCxnSpPr>
            <p:nvPr/>
          </p:nvCxnSpPr>
          <p:spPr>
            <a:xfrm>
              <a:off x="2618937" y="3049494"/>
              <a:ext cx="13333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F570A1CD-C8D8-FAD4-765F-2DAB55B22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8694" y="2776538"/>
              <a:ext cx="143925" cy="284909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67E92931-3D25-DECF-CB23-F76AEEB170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72619" y="2772007"/>
              <a:ext cx="134811" cy="28944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F7BC9F2C-6CFC-9504-0510-6D9F842C27D7}"/>
                </a:ext>
              </a:extLst>
            </p:cNvPr>
            <p:cNvSpPr/>
            <p:nvPr/>
          </p:nvSpPr>
          <p:spPr>
            <a:xfrm>
              <a:off x="2833847" y="2724352"/>
              <a:ext cx="77543" cy="734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id="{C223AD32-5E2F-3871-C901-CEDF0F529A28}"/>
                </a:ext>
              </a:extLst>
            </p:cNvPr>
            <p:cNvCxnSpPr>
              <a:cxnSpLocks/>
            </p:cNvCxnSpPr>
            <p:nvPr/>
          </p:nvCxnSpPr>
          <p:spPr>
            <a:xfrm>
              <a:off x="2979755" y="3046141"/>
              <a:ext cx="275175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B739BF4E-EB80-1F47-BF03-F2F4F8AABBE9}"/>
                </a:ext>
              </a:extLst>
            </p:cNvPr>
            <p:cNvSpPr/>
            <p:nvPr/>
          </p:nvSpPr>
          <p:spPr>
            <a:xfrm>
              <a:off x="3232883" y="3003577"/>
              <a:ext cx="77543" cy="73462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4493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ADLaM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Ma</dc:creator>
  <cp:lastModifiedBy>Ethan Ma</cp:lastModifiedBy>
  <cp:revision>40</cp:revision>
  <dcterms:created xsi:type="dcterms:W3CDTF">2025-09-20T01:35:27Z</dcterms:created>
  <dcterms:modified xsi:type="dcterms:W3CDTF">2025-09-20T05:30:26Z</dcterms:modified>
</cp:coreProperties>
</file>